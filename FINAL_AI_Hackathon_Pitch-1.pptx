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 for Enterprise Content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Pitch</a:t>
            </a:r>
          </a:p>
          <a:p>
            <a:r>
              <a:t>Team</a:t>
            </a:r>
            <a:r>
              <a:rPr/>
              <a:t>: </a:t>
            </a:r>
            <a:r>
              <a:rPr lang="en-US" dirty="0" smtClean="0"/>
              <a:t>bhumikasingh9451</a:t>
            </a:r>
            <a:endParaRPr/>
          </a:p>
          <a:p>
            <a:r>
              <a:t>AI + Multi-Agent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&amp; manual content lifecycle</a:t>
            </a:r>
          </a:p>
          <a:p>
            <a:r>
              <a:t>• Compliance risks</a:t>
            </a:r>
          </a:p>
          <a:p>
            <a:r>
              <a:t>• Lack of personalization</a:t>
            </a:r>
          </a:p>
          <a:p>
            <a:r>
              <a:t>• Multi-channel inefficiency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End-to-End Multi-Agent AI System</a:t>
            </a:r>
          </a:p>
          <a:p>
            <a:endParaRPr/>
          </a:p>
          <a:p>
            <a:r>
              <a:t>Agents:</a:t>
            </a:r>
          </a:p>
          <a:p>
            <a:r>
              <a:t>• Generator</a:t>
            </a:r>
          </a:p>
          <a:p>
            <a:r>
              <a:t>• Compliance Checker</a:t>
            </a:r>
          </a:p>
          <a:p>
            <a:r>
              <a:t>• Localization</a:t>
            </a:r>
          </a:p>
          <a:p>
            <a:r>
              <a:t>• Distribution</a:t>
            </a:r>
          </a:p>
          <a:p>
            <a:r>
              <a:t>• Feedback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Generator Agent → Compliance Agent → Localization → Distribution</a:t>
            </a:r>
          </a:p>
          <a:p>
            <a:endParaRPr/>
          </a:p>
          <a:p>
            <a:r>
              <a:t>With:</a:t>
            </a:r>
          </a:p>
          <a:p>
            <a:r>
              <a:t>• Human Approval Layer</a:t>
            </a:r>
          </a:p>
          <a:p>
            <a:r>
              <a:t>• Audit Logs</a:t>
            </a:r>
          </a:p>
          <a:p>
            <a:r>
              <a:t>• Feedback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Input business data</a:t>
            </a:r>
          </a:p>
          <a:p>
            <a:r>
              <a:t>Step 2: AI generates content</a:t>
            </a:r>
          </a:p>
          <a:p>
            <a:r>
              <a:t>Step 3: Compliance check</a:t>
            </a:r>
          </a:p>
          <a:p>
            <a:r>
              <a:t>Step 4: Auto translation</a:t>
            </a:r>
          </a:p>
          <a:p>
            <a:r>
              <a:t>Step 5: Publish on platforms</a:t>
            </a:r>
          </a:p>
          <a:p>
            <a:r>
              <a:t>Step 6: Learn from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LLM: GPT / Gemini</a:t>
            </a:r>
          </a:p>
          <a:p>
            <a:r>
              <a:t>• Framework: LangChain / CrewAI</a:t>
            </a:r>
          </a:p>
          <a:p>
            <a:r>
              <a:t>• Backend: FastAPI</a:t>
            </a:r>
          </a:p>
          <a:p>
            <a:r>
              <a:t>• DB: MongoDB</a:t>
            </a:r>
          </a:p>
          <a:p>
            <a:r>
              <a:t>• APIs: Social Media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automated pipeline</a:t>
            </a:r>
          </a:p>
          <a:p>
            <a:r>
              <a:t>• Real-time compliance</a:t>
            </a:r>
          </a:p>
          <a:p>
            <a:r>
              <a:t>• Multi-language support</a:t>
            </a:r>
          </a:p>
          <a:p>
            <a:r>
              <a:t>• Smart publishing</a:t>
            </a:r>
          </a:p>
          <a:p>
            <a:r>
              <a:t>• Continuous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(Quantified)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Manual: 100 content × 3 days = 300 days</a:t>
            </a:r>
          </a:p>
          <a:p>
            <a:r>
              <a:t>AI: 100 content × 1 day = 100 days</a:t>
            </a:r>
          </a:p>
          <a:p>
            <a:endParaRPr/>
          </a:p>
          <a:p>
            <a:r>
              <a:t>→ 66% time saved</a:t>
            </a:r>
          </a:p>
          <a:p>
            <a:r>
              <a:t>→ 40% cost reduction</a:t>
            </a:r>
          </a:p>
          <a:p>
            <a:r>
              <a:t>→ Higher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Our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automation (not just generation)</a:t>
            </a:r>
          </a:p>
          <a:p>
            <a:r>
              <a:t>• Multi-agent collaboration</a:t>
            </a:r>
          </a:p>
          <a:p>
            <a:r>
              <a:t>• Real-world enterprise ready</a:t>
            </a:r>
          </a:p>
          <a:p>
            <a:r>
              <a:t>• Measurable ROI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CRM/ERP Integration</a:t>
            </a:r>
          </a:p>
          <a:p>
            <a:r>
              <a:t>• Video &amp; Voice Content</a:t>
            </a:r>
          </a:p>
          <a:p>
            <a:r>
              <a:t>• Predictive AI strategy</a:t>
            </a:r>
          </a:p>
          <a:p>
            <a:r>
              <a:t>• Personalization at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234</Words>
  <Application>Microsoft Macintosh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AI for Enterprise Content Operations</vt:lpstr>
      <vt:lpstr>Problem</vt:lpstr>
      <vt:lpstr>Solution</vt:lpstr>
      <vt:lpstr>System Architecture</vt:lpstr>
      <vt:lpstr>Demo Workflow</vt:lpstr>
      <vt:lpstr>Tech Stack</vt:lpstr>
      <vt:lpstr>Key Features</vt:lpstr>
      <vt:lpstr>Impact (Quantified)</vt:lpstr>
      <vt:lpstr>Why Our Solution?</vt:lpstr>
      <vt:lpstr>Future Scope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Enterprise Content Operations</dc:title>
  <dc:subject/>
  <dc:creator/>
  <cp:keywords/>
  <dc:description>generated using python-pptx</dc:description>
  <cp:lastModifiedBy>Bhumika singh</cp:lastModifiedBy>
  <cp:revision>2</cp:revision>
  <dcterms:created xsi:type="dcterms:W3CDTF">2013-01-27T09:14:16Z</dcterms:created>
  <dcterms:modified xsi:type="dcterms:W3CDTF">2026-03-30T04:39:41Z</dcterms:modified>
  <cp:category/>
</cp:coreProperties>
</file>